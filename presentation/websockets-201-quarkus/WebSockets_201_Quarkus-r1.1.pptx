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201-Quarkus companion deck, the WebSockets Next implementation of the one channel this site builds everywhere: operations.receiveHandlingEvent from contracts/asyncapi.yaml, one connection per booking, server push only. It follows the chapters in build order, Part 3 through the deploy appendix, and every code slide is transcribed from a real file under examples/. The Python sibling app exists throughout and is named where the two stacks differ in a way that matters; this deck does not re-teach that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in the order the chapters actually build the feed: get an endpoint open and pushing, harden the one connection, cross instances with a backplane, make the wire cheaper, prove and watch all of it, then run it somewhere real. Cross-references in the notes are by concept: the channel, the close code, the backplane mode, never by slide number, so trimming a section for time doesn't break a reference elsewhere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on the simplest possible version of the channel: one @WebSocket class, one @OnOpen method, no client-to-server message at all because the contract never defines one. Everything in sections 02-05 is this same endpoint, hardened one concern at a time; nothing here gets thrown away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on :8080, Python/FastAPI on :8081 (plus its own :8082 health port); same contract (contracts/asyncapi.yaml), same shared fixture (fixtures/handling-events.json), same wire order. Quarkus gets there with WebSockets Next's @OnOpen-returns-Multi&lt;HandlingEvent&gt;; Python hand-keeps a Pydantic model to the same contract schema. The point this diagram makes before any code appears: parity is proven by running both stacks against the same fixture and diffing the frames, not by one stack importing the other's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endpoint: no onClose, no onTextMessage, because the contract's operations.receiveHandlingEvent declares exactly one direction. Returning Multi&lt;HandlingEvent&gt; directly from @OnOpen establishes a persistent server-push stream for the connection's lifetime; WebSockets Next serializes each emitted item to JSON and sends it as one text frame, in emission order. The fixture replay here is a stand-in for a live event source a later chapter swaps in; the endpoint shape doesn't change when that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@OnTextMessage and @OnClose are both absent from this version because the channel is receive-only per the contract, and no per-connection state is kept yet. connection.sendText exists on WebSocketConnection and is available, but this handler never calls it directly; the Multi return type handles serialization and the send loop on its own. Section 02 is exactly the slides where onTextMessage, onClose, and an explicit sendText all show up, once the connection actually needs guarding.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a Multi is the right call when WebSockets Next's own per-item write loop is enough; explicit connection.sendText is the right call the moment something needs to observe or bound each individual send: here, an outstanding-sends counter for the backpressure guard. Both run under the same @OnOpen-scoped subscription Quarkus itself manages; the guard's Javadoc is explicit about why a Uni this code subscribes to manually, rather than returns, would run its completion on a raw Vert.x thread after the connection's @SessionScoped context had already torn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Jackson, pulled in transitively by quarkus-websockets-next with no extra dependency, serializes this record to the JSON text frame; @JsonInclude(NON_NULL) omits voyageNumber/amount entirely when absent, matching the contract's required list exactly. location and amount are plain Strings, not nested objects, because the contract defines both as type: string with a pattern (a UN/LOCODE, a decimal string like "125.00"); modeling amount as a float would be the wrong call for money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explicitly because it surprises people coming from HTTP: the Multi completing after the third fixture event does not close the WebSocket. The connection stays open with nothing left to push until a later chapter gives it something to push (live events, or a reconnect replay). Completion-of-stream and close-of-connection are two separate events on this channel, and conflating them is a common first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this distinction early so nobody searches the wrong Quarkus guide mid-build: quarkus-websockets (legacy) predates WebSockets Next and has a different, more JSR-356-shaped API. Every class this deck transcribes, HandlingEventWebSocket, OutboundBackpressureGuard, HeartbeatLivenessSweep, imports from io.quarkus.websockets.next, not the legacy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JUnit, no @QuarkusTest: this exercises serialization of the production record types, not the running endpoint, so there's no container to boot. It validates against build/handling-event.schema.json, a generated artifact extracted from contracts/asyncapi.yaml (scripts/extract-message-schema.py); the same classpath fixture HandlingEventFeed loads at runtime, so the test and the app agree on what 'the emitted events' are. This is the Quarkus half of the pyramid's bottom tier; section 05's test slide shows the full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part4-connection forks part3's endpoint and adds the four concerns a single long-lived connection actually needs: who's allowed to open it (security), what happens when it sends faster than the client reads (backpressure), what a client frame outside the contract gets back (error handling), and how a silently-dead peer gets detected (liveness). Same channel, same fixture, more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stacks gain the identical shape: an auth gate at the handshake (security), a guarded outbound path to the fixture replay (backpressure), a reject path for any client frame outside the contract (error handling, close 4400), and a heartbeat loop pairing an auto-ping with an idle-timeout on Quarkus or ping_interval/ping_timeout on Python (liveness). Nothing about the public path changes: a well-behaved, authenticated client sees exactly the same three-event replay as part3.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signals trip the policy: too many outstanding sends at once (a sustained rate mismatch, the producer outruns the client's drain rate), or a single sendText call exceeding example.backpressure.send-timeout (the client stopped reading entirely, so not even one frame gets out). WebSockets Next has no outbound queue to bound directly; max-pending-messages governs inbound messages only; so OutboundBackpressureGuard tracks outstanding sendText calls itself, mirroring the Python sibling's bounded asyncio.Queue.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threshold (32) matches the Python sibling's OUTBOUND_QUEUE_MAXSIZE: same policy, same number, two independent implementations. compareAndSet(false, true) guards against double-closing when multiple in-flight sends trip the condition concurrently; only the first one issues the close. The default policy is CLOSE, not DROP: an unbounded count of slow clients each holding outstanding sends is a resource-exhaustion path, so closing the slow one is the safer default even though it drops the rest of that connection's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on this distinction if there's time for one question: DROP is in this codebase as a documented trade-off, not a recommendation for this channel. A feed where only the latest value matters (the stateless-reconnect chapter's framing in section 03 makes the same distinction from the other direction) is exactly the shape where DROP is the right call; a feed where every event is a discrete fact never fits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path: the channel defines no client-to-server message, so any client frame is a protocol error: the server sends an ErrorEnvelope first, while the connection is still open, then closes with 4400 BAD_REQUEST. Right path: a killed process or a pulled cable leaves no FIN and no close frame at all; the client's own runtime synthesizes 1006 locally. 1006 is a reserved RFC 6455 value a server must never put in an actual close frame; it only ever shows up as a local, client-side observation that nothing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 and 4290 sit in the 4000-4999 application range specifically so they can never be confused with an RFC 6455 standard code. ErrorEnvelope is only ever sent for BAD_REQUEST, the one case with a specific offending message worth annotating; the other three codes close before any data has streamed (auth, backpressure) or after the connection is already in an unknown state (an unmapped exception): there's no protocol moment where an envelope would make sense for those, so the close code alone is the signal a reconnect loop keys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worth dwelling on: Vert.x's HTTP idle-timeout resets on any read OR write activity, and the server's own outbound auto-ping is write activity on that same connection: a peer that never answers a single ping never trips idle-timeout, because the server keeps resetting its own clock every auto-ping-interval regardless of whether the peer responds. Confirmed live against this exact example (examples/part4-connection/verify.sh's liveness stage): idle-timeout alone cannot distinguish healthy from silently dead once auto-ping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Reads live connections straight off the injected OpenConnections registry rather than @Inject WebSocketConnection, because a @Scheduled method runs on its own worker thread with no WebSocket session context: an injected WebSocketConnection field would resolve to whatever connection happens to be active for the current request, meaningless on a scheduler thread. LAST_PONG_AT lives on each connection's UserData, stamped at @OnOpen and on every @OnPongMessage; a peer that never answers a ping never updates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 WebSocket is itself a two-way handshake: the server sends a close frame and waits for the peer's own close frame before tearing down TCP. A peer this sweep has just proven isn't responding won't send that acknowledgment either, so Vert.x forcibly terminates after its own closing-timeout grace (~10s) elapses; confirmed live: onClose sees the connection's final CloseReason as 1006, not 4408, because the requested close never completed its handshake. That's standard WebSocket behavior for an unresponsive peer; the sweep is working as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 travels as a ?token= query parameter, the contract's servers.local.bindings.ws, because WebSockets Next doesn't parse query parameters for the caller (no @PathParam-style injection for them; the reference guide points at handshakeRequest().query() directly). Missing, malformed, badly signed, and expired tokens are all indistinguishable to an attacker probing the channel, so all four collapse to the identical 1008 AUTH_FAILURE rejection, before a single fixture event is sent: never a distinguishing reason that would help an attacker narrow down which check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quarkus-smallrye-jwt here: that extension is built around RS256/JWKS and a key-rotation endpoint, the right shape for a multi-service-audience token but overkill for one shared-secret HS256 token. javax.crypto (HMAC-SHA256) plus Jackson, both already present, are the only two things this needs. MessageDigest.isEqual does the signature comparison in constant time, closing a timing-attack side channel a plain byte[].equals would leave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part4-backplane moves from one connection to multiple server instances. Stateless mode (stateless reconnect) is the starting baseline: a gap is lost. Kafka (Kafka-backed reconnect) makes the gap replayable from afterEventId. Redis (scale-out) buys live fan-out across instances with no replay at all. Same channel, same fixture seed, three delivery strategies selected by one enum.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verify.sh's own topology: a client connects to instance A, a test harness POSTs an inject onto instance B, and the backplane mode decides whether that event ever reaches A's client. Stateless: lost (no broker, no history). Kafka: replayed after reconnect via afterEventId, deduped by eventId. The inject endpoint (POST /internal/bookings/{bookingId}/handling-events) is not part of the public AsyncAPI contract: an internal/demo surface only, documented in PROTOCOL.md.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this whole section hangs on, stated before any code: a handling-event feed fails the 'stateless is fine' test on all three counts: every event is a discrete billable fact, there's no cheap REST endpoint to re-GET the gap from, and at-least-once delivery matters for an audit trail. That's precisely why the Kafka-backed mode exists, not because Kafka is the default choice for every WebSocket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stateless-reconnect and scale-out baseline and the default: an injected event reaches only local connections on the instance that received the inject call, never persisted; a client disconnected at injection time loses it permanently. That's the visible gap the Kafka mode (next few slides) is built to close; this class is working as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fixture seed is sent separately and unconditionally, outside this replay path: the Kafka topic carries only injected events. That's why a client's afterEventId naming a fixture-seed id (the expected stateless-reconnect gap scenario, right after connecting) always misses the search and replays the entire injected history, rather than replaying nothing: fixture ids never appear in the topic buffer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mp.messaging.incoming.handling-events-in.group.id is derived from each instance's own INSTANCE_ID, so every instance gets its own consumer group and receives every record: the opposite of the usual shared-group load-balancing pattern, chosen because the scale-out chapter's proof needs instance A's client to see an event injected through instance B. auto.offset.reset=earliest means a freshly started instance replays the full topic into memory before any client connects, so replayFor always has the complete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motivates the whole section: a sticky session keeps a client on one instance, which is necessary for a long-lived WebSocket but solves nothing about where an event is produced. An inject that lands on instance B has nowhere local to go if A's client is the one that needs it: closing that gap is the backplane's entire job, independent of which broker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durable, retained on disk, replayable; the same topic that powers the Kafka-backed reconnect's afterEventId resume, at the cost of topic/partition/offset bookkeeping per instance. Redis: a handling-events:{bookingId} Pub/Sub channel, live fan-out only; a dropped subscriber loses in-flight messages with nothing to catch back up, and afterEventId behaves exactly as stateless mode because there's no history. verify.sh proves identical cross-instance delivery on both; the choice is an operational trade-off, not a correctness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are plain JSON text on the channel, the same Jackson shape as the WebSocket wire frame, using a private ObjectMapper rather than the app's managed one, so this class has no CDI dependency on quarkus-websockets-next and stays testable in isolation. Redis Pub/Sub delivers to every subscriber including the publisher itself, which onMessage forwards to local connections; no special-casing for self-delivery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contracts/asyncapi.yaml: an internal/demo endpoint, documented in PROTOCOL.md's 'Inject endpoint' section, how tests and the scale-out chapter's proof itself get an event onto the active backplane. Always 202 Accepted: publishing is fire-and-forget from the caller's side, regardless of whether delivery ends up local-only (stateless), durable (Kafka), or live-only (Redis): BackplaneRouter is the one seam that routes to whichever mode application.properties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part5-performance adds a choice between JSON and Protobuf, negotiated via Sec-WebSocket-Protocol on the same channel, then walks the throughput levers (encoding, batching, compression, size limits) that sit underneath the backpressure ceiling from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offers handling-events.v1+json or handling-events.v1+protobuf in Sec-WebSocket-Protocol; the server picks the first value it also supports and echoes it back on the 101 response. From there the endpoint either sendTexts a 247-byte JSON object or sendBinarys a 149-byte Protobuf message: a ~40% size difference for the identical RECEIVE event, decoded back to identical field values by verify.sh on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WebSockets Next's own dispatch machinery picks text-vs-binary wiring from an @OnOpen method's STATIC declared Multi return type, not from each item's runtime type: a single method can't declare 'Multi&lt;HandlingEvent&gt; OR Multi&lt;byte[]&gt; depending on negotiation.' That's exactly why HandlingEventPerformanceWebSocket calls connection.sendText/sendBinary explicitly rather than returning a Multi: both are plain Sender methods available regardless of how the connection was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occurredAt/registeredAt map via Instant#toString(): the identical ISO-8601 (RFC-3339) representation Jackson's JavaTimeModule produces on the JSON path, both built on DateTimeFormatter.ISO_INSTANT, so a client decodes the same string whether it reads the text frame or the binary one. The generated outer class is HandlingEventOuterClass because handling-event.proto's own HandlingEvent message collides with protoc's filename-derived class name; protoc's standard collision rule appends OuterClass.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scripts/check-proto-parity.py fails the build the moment either side adds, removes, or reorders a field the other side doesn't also carry: the same additive-only discipline the versioning-and-evolution chapter's JSON contract already enforces, just enforced on a different identity (an integer tag rather than a string key). HandlingEventProtoMapper's own enum-prefix stripping is this same discipline showing up as runtime code: the proto enum's HANDLING_EVENT_TYPE_ prefix has to agree with the bare Java enum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(Protobuf vs. JSON) is a fixed, load-independent per-frame discount. Batching trades latency for fewer, larger frames. permessage-deflate is a per-stack default difference, not a universal win: Python's websockets library enables compression="deflate" by default; Quarkus WebSockets Next requires an explicit per-message-compression-supported=true to negotiate it at all. Size limits (max-message-size/max-frame-size) bound one frame independent of the backpressure queue's depth. None of the four changes whether backpressure trips; they only change how much useful work a connection gets through before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correction on this slide's own source: the actual application.properties for part5-performance sets neither property: that absence is what this chapter is illustrating, not an oversight in this deck. A production deployment accepting attacker-reachable messages would want an explicit max-message-size/max-frame-size rather than relying on the framework's own ceiling; the chapter's k6/benchmark.js measured the compression-negotiation gap live (0% on Quarkus vs. 100% on Python across three runs with the identical client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averages 259.7 bytes; protobuf averages 154.0 bytes, a 40.7% reduction, measured identically regardless of load. json_deflate reads identical to plain json on both stacks: not because compression failed, but because k6/ws (built on gorilla/websocket) transparently inflates a compressed frame before the script ever sees the bytes. What the script can observe without inference is whether the extension negotiated at all: Python 7908/7908 (100%), Quarkus 0 across 11806-18292 attempts (0%): the one deflate number this chapter treats as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closes the implementation arc: the test pyramid this whole site's verify.sh corpus already is (testing), a symptom-to-tool map for live debugging (debugging), and the one place Quarkus's auto-instrumentation stops and a manual span has to start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Bottom-up: unit/conformance (pytest + Quarkus's HandlingEventContractTest, no socket, no container, milliseconds), live integration (verify.sh/lib.sh against real containers on both stacks), functional (Newman plus a close-code probe, websocat can't read a close code, so this tier exists specifically to cover that gap), and load (k6, smoke.js gated in CI, benchmark.js local-only). The contract-drift gate underneath all four: regenerate the schema from contracts/asyncapi.yaml, re-run every layer that reads it, on every contract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conformance shape from section 01's slide, re-authored against part6-observability's own fixture: every part that forks the endpoint carries its own copy of this test, because each part's HandlingEventType enum has to independently prove it still has exactly the contract's eight members, in order. A schema change that silently drops or reorders a member fails here before it fails anywhere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upgrades at all → curl --include (a proxy likely stripped Connection: Upgrade). 101 then silence → DevTools Frames or websocat -t (check the auth gate from section 02, or a subprotocol mismatch). Wrong frame shape → the binary/text icon or websocat -b | xxd (an opcode mismatch, the binary-Protobuf chapter's negotiation gone wrong). Drops with no reason → the close_code itself: 4400/4290/4408/1008 each say why; 1006 means no code arrived at all. Dies under load → backpressure (4290) or the liveness sweep (4408) firing under pressure, both from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quarkus-opentelemetry auto-instruments the HTTP upgrade itself: every request gets a span with zero code. @WithSpan on @OnOpen adds a child span over the Multi it returns; the interceptor defers span.end() until that Multi completes, so the span covers the whole push rather than ending at the method's synchronous return. Python has no native websockets auto-instrumentation at all: its equivalent span is entirely hand-written with the SDK tracer, no parent to attach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Span.current() is valid synchronously at the top of the method body because @WithSpan's interceptor has already made the span current before invoking it: that's what lets the trace id get read and logged in exactly the shape verify.sh greps for on both stacks. deliveredCounter (Micrometer → Prometheus) increments once per HandlingEvent as the Multi emits it, not once per connection: a metric that tracks actual delivered events, not opened 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main body with the same three-tier progression this site runs everywhere: Docker Compose for the inner loop, minikube (docker driver, containerd runtime) for a real cluster, OpenShift Local as a separate appendix. The Quarkus side of every example in this deck already runs on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is the fastest inner loop and where every example in this deck has been shown running; minikube (docker driver + containerd runtime, the podman path is not supported, DRQ-007) is the Kubernetes-shaped version of the exact same two-instance backplane topology from section 03; OpenShift Local is a separate appendix, never folded into the minikube path. All three run the identical contract and the identical fixture: nothing about the application changes tier to tier, only the manifests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slide. If the audience is building the Quarkus side, point them at the examples/ directories named throughout this deck: every one is independently runnable with its own README and verify.sh. If they're comparing stacks, the 201-Python deck covers the identical pattern set on native websockets + FastAPI, close code for close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carries platform manifests that didn't fit the main body's narrative arc (the minikube ingress overlay, the OpenShift Route and pinned AMQ Streams CSV), two lifecycle edge cases worth knowing before running this in production, and the version matrix every example in this deck is pinned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special 'websocket' annotation exists for ingress-nginx: it detects the Connection: Upgrade / Upgrade: websocket request headers and proxies the upgrade through automatically; only the timeouts need raising. The affinity cookie is a sticky session so a reconnecting client (stateless or Kafka-backed reconnect) keeps landing on the same pod, moot with one replica per instance here, but it documents the production-shape intent. verify-minikube.sh's idle-hold step is the live proof the raised timeout does what it says: hold past 60s, assert a late frame still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instance A of each stack gets a Route: instance B stays reachable in-cluster only, same 'A is the externally reachable one' split as the minikube ingress. installPlanApproval: Manual plus a pinned startingCSV means OLM proposes only this exact InstallPlan; a later upgrade OLM proposes on its own stays unapproved until this file is bumped as its own reviewed change. amqstreams.v3.2.1-14 supports Kafka 4.1.0/4.2.0 only: a recorded step-back from compose/minikube's 4.3.1, named on the next slide's version matrix rather than silently left inconsistent.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here: BACKPLANE_MODE and the compose profile are two separate selectors that have to agree, not one flag doing double duty. Getting them out of sync, KAFKA mode with no kafka profile running, is exactly the scenario the next appendix slide's hard-fail receipt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this comment draws is the whole point: 'unreachable but resolvable' (localhost:9092 with nothing listening) is a soft failure the app tolerates in stateless mode; an unresolvable DNS name is a hard CDI configuration failure that crashes startup outright. verify.sh only ever points kafka_servers at the real in-network hostname for the profile that actually starts that container: getting this wrong is exactly how a stateless-mode smoke test would accidentally crash on a Kafka DNS name that only exists in the kafka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precise about what this guard does and doesn't do: it prevents the in-memory injected history from growing duplicate entries, which would otherwise corrupt replayFor's afterEventId search. It does not guarantee a connected client never sees the same HandlingEvent delivered twice over the wire in a narrow replay-vs-live race: that's exactly why every consumer on this channel, client included, is expected to dedupe by eventId rather than assume delivery is exactly-once.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concurrentExecution = SKIP is a backstop against overlapping sweep runs piling up while one run is still in flight closing connections in the ~10s Vert.x closing-handshake grace from section 02. ConnectionLifecycleShutdown uses the blocking closeAndAwait, not close(...).subscribe(), because a CDI ShutdownEvent observer runs synchronously on the shutdown thread with no Quarkus-managed subscription for a deferred callback to complete in later: every open connection gets a deliberate 1001 GOING_AWAY instead of an abrupt socket drop a client would see as 1006.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Pulled directly from _plans/version-matrix.md, not restated from memory: check that file before citing a version from this deck. Repeat this hedge every time CRC's Kafka version comes up: 4.2.0 is a recorded step-back from 4.3.1 because the AMQ Streams operator doesn't yet support 4.3.x, and the CRC idle-hold proof is weaker than minikube's own run for that reason: the wire behavior the Kafka-backed-reconnect and scale-out chapters exercise is identical on both versions, but the version pin itself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Quarkus implementation deck, so the left code takes you to the runnable Quarkus example and contract, the right to the whole series. On the left, the site: the chapters, the AsyncAPI contracts, and the runnable both-stack examples, all public. On the right, the Workshops and Tutorials hub: every workshop, tutorial, and deck in the series in one place.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WEBSOCKETS WITH QUARKUS · 201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3400" b="1" dirty="0">
                <a:solidFill>
                  <a:srgbClr val="151515"/>
                </a:solidFill>
                <a:latin typeface="Overpass" pitchFamily="34" charset="0"/>
                <a:ea typeface="Overpass" pitchFamily="34" charset="-122"/>
                <a:cs typeface="Overpass" pitchFamily="34" charset="-120"/>
              </a:rPr>
              <a:t>Building the handling-event</a:t>
            </a:r>
            <a:endParaRPr lang="en-US" sz="3400" dirty="0"/>
          </a:p>
          <a:p>
            <a:pPr algn="l" indent="0" marL="0">
              <a:buNone/>
            </a:pPr>
            <a:r>
              <a:rPr lang="en-US" sz="3400" b="1" dirty="0">
                <a:solidFill>
                  <a:srgbClr val="151515"/>
                </a:solidFill>
                <a:latin typeface="Overpass" pitchFamily="34" charset="0"/>
                <a:ea typeface="Overpass" pitchFamily="34" charset="-122"/>
                <a:cs typeface="Overpass" pitchFamily="34" charset="-120"/>
              </a:rPr>
              <a:t>feed on WebSockets Next</a:t>
            </a:r>
            <a:endParaRPr lang="en-US" sz="3400" dirty="0"/>
          </a:p>
        </p:txBody>
      </p:sp>
      <p:sp>
        <p:nvSpPr>
          <p:cNvPr id="5" name="Text 2"/>
          <p:cNvSpPr/>
          <p:nvPr/>
        </p:nvSpPr>
        <p:spPr>
          <a:xfrm>
            <a:off x="5486400" y="4663440"/>
            <a:ext cx="6217920" cy="6858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Quarkus-side implementation of this site's shipping handling-events feed: the endpoint, connection hardening, the backplane, binary performance, and operating it.</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QUARKUS WEBSOCKETS NEXT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sections, same order the chapters build in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The Quarkus Endpoint: @OnOpen, Multi, the record, the contract test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Connection Concerns: backpressure, errors, heartbeats, auth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Reconnect and the Backplane: stateless, Kafka, Redis, scale-out</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Performance: Protobuf, field numbers, the throughput levers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Testing, Debugging, Observability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Deploy: Compose, minikube, OpenShift Local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minikube/CRC manifests, the version matrix, lifecycle edge cases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Quarkus Endpoint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@OnOpen, a Multi, and the one operation the contract defines.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PART 3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channel, two independently built stacks</a:t>
            </a:r>
            <a:endParaRPr lang="en-US" sz="3000" dirty="0"/>
          </a:p>
        </p:txBody>
      </p:sp>
      <p:pic>
        <p:nvPicPr>
          <p:cNvPr id="6" name="Image 1" descr="./png/part3-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stack reads the other's source; both push the identical RECEIVE/LOAD/CUSTOMS sequence, verified live by verify.sh.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CLASS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One @WebSocket class, one @OnOpen, a Multi drives the wire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@WebSocket(path = "/ws/v1/bookings/{bookingId}/handling-events")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HandlingEventWebSocket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HandlingEventFeed feed;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Multi&lt;HandlingEvent&gt; onOpen(@PathParam 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Log.infof("handling-events connection opened for bookingId=%s;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"replaying %d fixture 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feed.events().size());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Multi.createFrom().iterable(feed.events());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examples/part3-handling-events/quarkus/src/main/java/.../handlingevents/HandlingEventWebSocket.java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callback implemented, because the contract declares one operation</a:t>
            </a:r>
            <a:endParaRPr lang="en-US" sz="3000" dirty="0"/>
          </a:p>
        </p:txBody>
      </p:sp>
      <p:pic>
        <p:nvPicPr>
          <p:cNvPr id="6" name="Image 1" descr="./png/08-ws-endpoint-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one lifecycle callback implemented, because the contract declares one operation on this channel.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MULTI VS. EXPLICIT SENDTEXT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Two ways to drive the wire: the contract doesn't force a choice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part3, HandlingEventWebSocket#onOpen: the Multi IS the wire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Multi&lt;HandlingEvent&gt; onOpen(@PathParam 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Multi.createFrom().iterable(feed.events());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part4-connection, OutboundBackpressureGuard#sendOne: explicit sendText,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because this version needs to COUNT outstanding sends per 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pending.incrementAndGet();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connection.sendText(event)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.ifNoItem().after(sendTimeout).failWith(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new TimeoutException("sendText exceeded " + sendTimeout))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.onItemOrFailure().transformToUni((v, failure)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pending.decrementAndGet();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Uni.createFrom().voidItem();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HandlingEventWebSocket.java (part3) / OutboundBackpressureGuard.java (part4-connection)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RECORD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HandlingEvent mirrors the contract schema field-for-field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@JsonInclude(JsonInclude.Include.NON_NULL)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eventId,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cargoId,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HandlingEventType 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occurredAt,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registeredAt,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voyageNumber,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amount)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examples/part3-handling-events/quarkus/src/main/java/.../handlingevents/HandlingEvent.java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PUSH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Multi, three items, three ordered frames</a:t>
            </a:r>
            <a:endParaRPr lang="en-US" sz="3000" dirty="0"/>
          </a:p>
        </p:txBody>
      </p:sp>
      <p:pic>
        <p:nvPicPr>
          <p:cNvPr id="6" name="Image 1" descr="./png/08-multi-push-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one Multi, three items, three ordered text frames; completion of the stream does not close the connection.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WHY WEBSOCKETS NEXT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Not legacy quarkus-websockets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WebSockets Next is Quarkus's newer, Vert.x-native WebSocket extension: the one with @OnOpen/@OnTextMessage/@OnBinaryMessage annotations, Multi/Uni return types, and a CDI-scoped WebSocketConnection, not the older JSR 356-style quarkus-websockets.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It's the extension every example in this site uses on the Quarkus side; the two are not interchangeable and this deck never mixes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OpenConnections, UserData, and CloseReason, all used in section 02, are WebSockets Next types with no equivalent in the legacy extension.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CONTRACT-CONFORMANCE TEST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Every emitted event validates against the generated schema</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fixtureEventsValidateAgainstContractSchema()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List&lt;HandlingEvent&gt; events = loadFixtureEvents();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assertFalse(events.isEmpty(), "fixture must contain at least one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(HandlingEvent event : events)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JsonNode node = MAPPER.valueToTree(event);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Set&lt;ValidationMessage&gt; errors = schema.validate(node);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assertTrue(errors.isEmpty(),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"schema violations for " + event.eventId() + ": " + errors);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examples/part3-handling-events/quarkus/src/test/java/.../HandlingEventContractTest.java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Connection Concerns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Backpressure, errors, heartbeats, and authentication: one connection, hardened.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PART 4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channel, now with an auth gate and two reject paths</a:t>
            </a:r>
            <a:endParaRPr lang="en-US" sz="3000" dirty="0"/>
          </a:p>
        </p:txBody>
      </p:sp>
      <p:pic>
        <p:nvPicPr>
          <p:cNvPr id="6" name="Image 1" descr="./png/part4-connection-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shared JWT secret, same close codes on both stacks: verify.sh asserts a client can't tell them apart.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BACKPRESSURE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bounded outbound buffer between the producer and the socket</a:t>
            </a:r>
            <a:endParaRPr lang="en-US" sz="3000" dirty="0"/>
          </a:p>
        </p:txBody>
      </p:sp>
      <p:pic>
        <p:nvPicPr>
          <p:cNvPr id="6" name="Image 1" descr="./png/12-outbound-buffer-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12.2: the bounded outbound buffer sitting between the producer and the socket write, and the two policies for what happens once one of the two trigger conditions fires.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BACKPRESSURE GUARD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Count outstanding sends; apply CLOSE or DROP when the bound trips</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OutboundBackpressureGuard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enum Policy { CLOSE, DROP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@ConfigProperty(name = "example.backpressure.max-pending-sends", defaultValue = "32")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maxPendingSends;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@ConfigProperty(name = "example.backpressure.send-timeout", defaultValue = "5s")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 sendTimeout;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Uni&lt;Void&gt; applyPolicy(WebSocketConnection connection, String 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AtomicBoolean closeRequested, String detail)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(policy == Policy.DROP)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Log.warnf("outbound backpressure %s: %s — dropping event", bookingId, detail);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Uni.createFrom().voidItem();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(closeRequested.compareAndSet(false, true))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connection.close(new CloseReason(CloseCodes.SLOW_CONSUMER,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"slow consumer: outbound buffer exceeded"));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Uni.createFrom().voidItem();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examples/part4-connection/quarkus/src/main/java/.../connection/OutboundBackpressureGuard.java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CLOSE VS. DROP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Picking a backpressure policy is a correctness decision, not a tuning knob</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CLOSE (default): close the connection with 4290 SLOW_CONSUMER and stop sending the rest. Safer by default: an unbounded number of slow clients each holding outstanding sends is a resource-exhaustion path.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DROP: skip the event that would exceed the threshold, log a warning, keep the connection open. Exists to demonstrate the trade-off, not because it fits this channel's semantics: a missed HandlingEvent is a correctness problem here, not a supersede-by-the-next-update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right default depends on what a missed message means: a live price tick tolerates DROP; a customs HandlingEvent does not.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ERRORS VS. 1006</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deliberate envelope-then-close, next to the one failure mode no code can carry</a:t>
            </a:r>
            <a:endParaRPr lang="en-US" sz="3000" dirty="0"/>
          </a:p>
        </p:txBody>
      </p:sp>
      <p:pic>
        <p:nvPicPr>
          <p:cNvPr id="6" name="Image 1" descr="./png/13-error-flow-vs-1006.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13.2: the deliberate envelope-then-close sequence this chapter builds, next to the one failure mode no close code can ever carry: a peer that vanished before any handshake could complete.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CLOSE CODES AND THE ERROR ENVELOPE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structured reason in-band, then the cheap close-code signal</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final class CloseCodes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AUTH_FAILURE = 1008;            // Ch17, at @OnOpen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BAD_REQUEST = 4400;              // Ch13, app-range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SLOW_CONSUMER = 4290;             // Ch12, app-range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UNEXPECTED_SERVER_ERROR = 1011;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LIVENESS_TIMEOUT = 4408;          // Ch14, app-range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@JsonInclude(JsonInclude.Include.NON_NULL)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ErrorEnvelope(ErrorBody error)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record ErrorBody(String code, String message)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ErrorEnvelope badRequest(String message)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ErrorEnvelope(new ErrorBody("BAD_REQUEST",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CloseCodes.java / ErrorEnvelope.java: examples/part4-connection/quarkus/src/main/java/.../connection/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IDLE-TIMEOUT TRAP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server's own ping keeps resetting its own idle clock</a:t>
            </a:r>
            <a:endParaRPr lang="en-US" sz="3000" dirty="0"/>
          </a:p>
        </p:txBody>
      </p:sp>
      <p:pic>
        <p:nvPicPr>
          <p:cNvPr id="6" name="Image 1" descr="./png/14-idle-timeout-tr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14.1: the idle-timeout trap (the server's own ping keeps resetting its own idle clock) versus the pong-tracked sweep that actually detects a silent peer.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LIVENESS SWEEP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scheduled bean, not endpoint logic: it needs every connection at once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HeartbeatLivenessSweep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OpenConnections openConnections;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@ConfigProperty(name = "example.heartbeat.liveness-timeout", defaultValue = "45s")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 livenessTimeout;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@Scheduled(every = "${example.heartbeat.sweep-interval:5s}",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concurrentExecution = ConcurrentExecution.SKIP)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sweep()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now =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(WebSocketConnection c : openConnections.findByEndpointId(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HandlingEventConnectionWebSocket.ENDPOINT_ID))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(!c.isOpen() || Boolean.TRUE.equals(c.userData().get(CLOSE_REQUESTED))) 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 silentFor = Duration.between(lastSeen(c), 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(silentFor.compareTo(livenessTimeout) &gt;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c.userData().put(CLOSE_REQUESTED,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c.close(new CloseReason(CloseCodes.LIVENESS_TIMEOUT,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 pong received within the liveness window")).subscribe().with(v -&gt; {}, f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examples/part4-connection/quarkus/src/main/java/.../connection/HeartbeatLivenessSweep.java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PONG-SWEEP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last pong to the close the peer never acknowledges</a:t>
            </a:r>
            <a:endParaRPr lang="en-US" sz="3000" dirty="0"/>
          </a:p>
        </p:txBody>
      </p:sp>
      <p:pic>
        <p:nvPicPr>
          <p:cNvPr id="6" name="Image 1" descr="./png/14-pong-sweep-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the real timeline from last pong to the TCP socket actually closing: detection at the liveness timeout, then up to ten more seconds of closing-handshake grace before onClose observes 1006.</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AUTHENTICATE AT THE UPGRADE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Both stacks accept, then validate as the first thing the handler does</a:t>
            </a:r>
            <a:endParaRPr lang="en-US" sz="3000" dirty="0"/>
          </a:p>
        </p:txBody>
      </p:sp>
      <p:pic>
        <p:nvPicPr>
          <p:cNvPr id="6" name="Image 1" descr="./png/17-auth-upgrade-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both stacks accept the handshake, then validate the token as the first thing the handler does, closing 1008 before any fixture frame goes out; Python's process_request hook exists but runs too early to issue that close code.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HS256 AT THE HANDSHAKE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Verify the token; collapse every failure mode to one close code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VerificationResult verify(String token, String secret)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(token == null || token.isBlank()) return VerificationResult.rejected("missing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parts = token.split("\\.",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(parts.length != 3) return VerificationResult.rejected("malformed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expected = hmac(parts[0] + "." + parts[1], secret);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actual = URL_DECODER.decode(parts[2]);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(!MessageDigest.isEqual(expected, actual)) return VerificationResult.rejected("bad signature");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exp claim checked here, see JwtHs256.java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VerificationResult.ok(sub == null ? null : sub.toString());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HandlingEventConnectionWebSocket#onOpen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token = QueryParams.get(connection.handshakeRequest().query(),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JwtHs256.VerificationResult auth = JwtHs256.verify(token, jwtSecret);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(!auth.valid())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connection.close(new CloseReason(CloseCodes.AUTH_FAILURE, "authentication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JwtHs256.java / QueryParams.java: examples/part4-connection/quarkus/src/main/java/.../connection/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Reconnect and the Backplane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a dropped connection loses, and what a shared broker gets back.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PART 4-BACKPLANE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instances, an inject endpoint, and a mode-selected fan-out path</a:t>
            </a:r>
            <a:endParaRPr lang="en-US" sz="3000" dirty="0"/>
          </a:p>
        </p:txBody>
      </p:sp>
      <p:pic>
        <p:nvPicPr>
          <p:cNvPr id="6" name="Image 1" descr="./png/part4-backplan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implement this identically: PROTOCOL.md is the single source of truth.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WHEN STATELESS IS FINE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fresh value supersedes a stale one, or a full resync is cheap</a:t>
            </a:r>
            <a:endParaRPr lang="en-US" sz="3000" dirty="0"/>
          </a:p>
        </p:txBody>
      </p:sp>
      <p:pic>
        <p:nvPicPr>
          <p:cNvPr id="6" name="Image 1" descr="./png/15-when-stateless-o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15.2: the decision: stateless reconnect is fine when a fresh value supersedes a stale one or a full resync is cheap, and not enough when every event is individually significant and the feed is the only record of it.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STATELESS MODE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The default: afterEventId is accepted, and ignored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enum BackplaneMode { STATELESS, KAFKA, REDIS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StatelessBackplane implements Backplane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LocalDelivery localDelivery;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List&lt;HandlingEvent&gt; replayFor(String bookingId, String afterEventId)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List.of();   // no history to resume from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publish(String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localDelivery.deliver(bookingId, event);   // THIS instance's local connections only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StatelessBackplane.java / BackplaneMode.java: examples/part4-backplane/quarkus/src/main/java/.../backplane/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TOPIC-OFFSET RESUME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Injected events are keyed by bookingId; the seed never touches Kafka</a:t>
            </a:r>
            <a:endParaRPr lang="en-US" sz="3000" dirty="0"/>
          </a:p>
        </p:txBody>
      </p:sp>
      <p:pic>
        <p:nvPicPr>
          <p:cNvPr id="6" name="Image 1" descr="./png/16-topic-offset-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the topic/offset/resume model: the seed never touches Kafka, only injected events are keyed into the topic by bookingId, and an afterEventId that names a seed id always falls back to replaying everything currently in the topic.</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THE KAFKA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Every instance has its own consumer group: fan-out, not load-balancing</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@Incoming("handling-events-in")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consume(HandlingEvent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bookingId = event.bookingId();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Set&lt;String&gt; seen = seenEventIds.computeIfAbsent(bookingId,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ignored -&gt; ConcurrentHashMap.newKeySet());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(seen.add(event.eventId()))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injected.computeIfAbsent(bookingId, ignored -&gt; new CopyOnWriteArrayList&lt;&gt;()).add(event);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localDelivery.deliver(bookingId,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publish(String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Message&lt;HandlingEvent&gt; message = Message.of(event)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.addMetadata(OutgoingKafkaRecordMetadata.&lt;String&gt;builder().withKey(bookingId).build());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emitter.send(message);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examples/part4-backplane/quarkus/src/main/java/.../backplane/KafkaBackplane.java</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STICKY SESSIONS VS. A SHARED BACKPLANE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sticky session says nothing about where an event enters</a:t>
            </a:r>
            <a:endParaRPr lang="en-US" sz="3000" dirty="0"/>
          </a:p>
        </p:txBody>
      </p:sp>
      <p:pic>
        <p:nvPicPr>
          <p:cNvPr id="6" name="Image 1" descr="./png/18-sticky-vs-back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a sticky load balancer pins the client to instance A, but the event enters at instance B; without a shared backplane the event never crosses the gap between them.</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KAFKA VS. REDIS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fan-out outcome, different trade-off: no single winner</a:t>
            </a:r>
            <a:endParaRPr lang="en-US" sz="3000" dirty="0"/>
          </a:p>
        </p:txBody>
      </p:sp>
      <p:pic>
        <p:nvPicPr>
          <p:cNvPr id="6" name="Image 1" descr="./png/18-kafka-vs-red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Kafka and Redis both close the fan-out gap; the difference is what each one gives up to do it cheaply (Redis) or durably (Kafka), not whether the client gets the event.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THE REDIS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Pub/Sub, subscribed once per booking, kept for the app's lifetime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publish(String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json = MAPPER.writeValueAsString(event);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redis.pubsub(String.class).publish(channel(bookingId), 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.subscribe().with(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ignored -&gt;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failure -&gt; Log.errorf(failure, "redis publish failed bookingId=%s", 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void ensureSubscribed(String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(!subscribedBookings.add(bookingId)) return;   // subscribe once, keep forever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redis.pubsub(String.class).subscribe(channel(bookingId))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.subscribe().with(message -&gt; onMessage(bookingId,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failure -&gt; Log.errorf(failure, "redis subscription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examples/part4-backplane/quarkus/src/main/java/.../backplane/RedisBackplane.java</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THE INJECT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One internal endpoint, routed to whichever mode is active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@Path("/internal/bookings/{bookingId}/handling-events")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HandlingEventInjectResource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BackplaneRouter 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inject(@PathParam("bookingId") 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Log.infof("inject bookingId=%s eventId=%s mode=%s", bookingId, event.eventId(), router.mode());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router.publish(bookingId,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Response.status(Response.Status.ACCEPTED).build();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examples/part4-backplane/quarkus/src/main/java/.../backplane/HandlingEventInjectResource.java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second wire encoding, negotiated, and the four levers that bound throughput.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PART 5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wire encodings negotiated by subprotocol, decoded to identical values</a:t>
            </a:r>
            <a:endParaRPr lang="en-US" sz="3000" dirty="0"/>
          </a:p>
        </p:txBody>
      </p:sp>
      <p:pic>
        <p:nvPicPr>
          <p:cNvPr id="6" name="Image 1" descr="./png/part5-performanc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contract, same fixture, two wire encodings: verify.sh proves field equality and the Protobuf size win live on both stacks.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TWO ENCODINGS, ONE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frame opcode tells the decoder which path was taken</a:t>
            </a:r>
            <a:endParaRPr lang="en-US" sz="3000" dirty="0"/>
          </a:p>
        </p:txBody>
      </p:sp>
      <p:pic>
        <p:nvPicPr>
          <p:cNvPr id="6" name="Image 1" descr="./png/19-two-encodings-one-mess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one HandlingEvent, two wire encodings negotiated by subprotocol; the frame opcode tells the receiving end which decoder to use before it reads a single byte.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THE PROTOBUF PATH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Map to the generated type, then branch on the negotiated subprotocol</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HandlingEventOuterClass.HandlingEvent toProto(HandlingEvent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HandlingEventOuterClass.HandlingEvent.Builder 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HandlingEventOuterClass.HandlingEvent.newBuilder()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.setEventId(event.eventId())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.setBookingId(event.bookingId())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.setEventType(toProtoEventType(event.eventType()))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.setOccurredAt(event.occurredAt().toString());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voyageNumber/amount set only when non-null; builder.build() below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builder.build();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HandlingEventPerformanceWebSocket#onOpen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boolean useProtobuf = SUBPROTOCOL_PROTOBUF.equals(connection.subprotocol());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chain = useProtobuf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chain.chain(() -&gt; connection.sendBinary(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HandlingEventProtoMapper.toProto(event).toByteArray()))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chain.chain(() -&gt; connection.sendText(event));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HandlingEventProtoMapper.java / HandlingEventPerformanceWebSocket.java: examples/part5-performance/quarkus/src/main/java/.../handlingevents/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FIELD NUMBERS ARE THE REAL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JSON key can be renamed freely; a Protobuf tag never can</a:t>
            </a:r>
            <a:endParaRPr lang="en-US" sz="3000" dirty="0"/>
          </a:p>
        </p:txBody>
      </p:sp>
      <p:pic>
        <p:nvPicPr>
          <p:cNvPr id="6" name="Image 1" descr="./png/19-field-numbers-vs-key-na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a JSON key can be renamed freely because the string itself is the identity; a Protobuf field number can never move or be reused, because the integer tag, not the field's name, is the wire identity.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THE THROUGHPUT LEVERS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levers, one shared ceiling underneath all of them</a:t>
            </a:r>
            <a:endParaRPr lang="en-US" sz="3000" dirty="0"/>
          </a:p>
        </p:txBody>
      </p:sp>
      <p:pic>
        <p:nvPicPr>
          <p:cNvPr id="6" name="Image 1" descr="./png/20-lev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20.2: four throughput levers, one shared ceiling: the bounded outbound queue governs every byte every lever above it produces.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COMPRESSION AND SIZE LIMITS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Illustrative config: neither property is set in this example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_docs/20-optimizing-throughput.md: Ch20's own config excerpt.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NOT present in examples/part5-performance/quarkus/.../application.properties: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that file never sets either property, which is itself this chapter's finding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(Quarkus defaults per-message-compression-supported to OFF; Python's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websockets library defaults compression="deflate" to 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quarkus.websockets-next.server.per-message-compression-supported=true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quarkus.websockets-next.server.compression-level=6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max-message-size / max-frame-size: both OptionalInt, unset means no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application-level cap beyond Vert.x/Netty's own defaults.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quarkus.websockets-next.server.max-message-size=1048576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quarkus.websockets-next.server.max-frame-size=65536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_docs/20-optimizing-throughput.md: illustrative; not set in examples/part5-performance/quarkus/src/main/resources/application.properties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BYTES PER FRAME, MEASURED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Protobuf's size win is real; deflate's is a measurement blind spot</a:t>
            </a:r>
            <a:endParaRPr lang="en-US" sz="3000" dirty="0"/>
          </a:p>
        </p:txBody>
      </p:sp>
      <p:pic>
        <p:nvPicPr>
          <p:cNvPr id="6" name="Image 1" descr="./png/20-bytes-per-fra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the measured bytes/frame comparison and the real stack difference in whether permessage-deflate gets negotiated at all; the deflate row's bytes/frame is a blind spot, not evidence against compression.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Debugging, Observability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Proving a protocol you can't curl, then watching it run.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 THE PYRAMID FOR A PROTOCOL YOU CAN'T CURL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tools, four tiers, all gated on one contract-derived schema</a:t>
            </a:r>
            <a:endParaRPr lang="en-US" sz="3000" dirty="0"/>
          </a:p>
        </p:txBody>
      </p:sp>
      <p:pic>
        <p:nvPicPr>
          <p:cNvPr id="6" name="Image 1" descr="./png/21-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the WebSocket test pyramid: five tools across four tiers, narrower and slower toward the top, all gated on the same contract-derived schema.</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 THE CONFORMANCE TEST, RE-RUN AGAINST PART 6</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Same shape, re-verified against this part's own fixture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handlingEventTypeHasAllEightContractMembers()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contractMembers = List.of(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"HANDLING_EVENT_TYPE_UNSPECIFIED", "RECEIVE", "LOAD", "UNLOAD",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"CUSTOMS", "CLAIM", "HOLD", "DELIVERED");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HandlingEventType[] actual = HandlingEventType.values();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assertEquals(8, actual.length, "HandlingEventType must have exactly 8 members");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actualNames = Arrays.stream(actual).map(Enum::name).toList();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assertEquals(contractMembers, actualNames,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"HandlingEventType members must match the contract's enum,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examples/part6-observability/quarkus/src/test/java/.../HandlingEventContractTest.java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 ·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Reach for the cheapest tool that taps the right layer first</a:t>
            </a:r>
            <a:endParaRPr lang="en-US" sz="3000" dirty="0"/>
          </a:p>
        </p:txBody>
      </p:sp>
      <p:pic>
        <p:nvPicPr>
          <p:cNvPr id="6" name="Image 1" descr="./png/22-symptom-to-t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five symptoms, five first tools: start at the cheapest tool that taps the layer the symptom points to.</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 AUTO-TRACED UPGRADE, MANUAL PUSH SPAN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span name, same trace-id log line, two different paths to get there</a:t>
            </a:r>
            <a:endParaRPr lang="en-US" sz="3000" dirty="0"/>
          </a:p>
        </p:txBody>
      </p:sp>
      <p:pic>
        <p:nvPicPr>
          <p:cNvPr id="6" name="Image 1" descr="./png/23-auto-vs-manua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Quarkus adds a manual child span under an auto-traced HTTP upgrade; Python has no auto-traced layer at all, so the whole connection span is hand-written with the SDK tracer directly.</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 THE MANUAL SPAN AND THE DELIVERY COUNTER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child span, a trace-id log line, a Micrometer counter: once per event</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@WebSocket(path = "/ws/v1/bookings/{bookingId}/handling-events", endpointId = "handling-events")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HandlingEventObservabilityWebSocket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String CONNECTION_SPAN_NAME = "ws.handling-events.connection";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@WithSpan(CONNECTION_SPAN_NAME)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Multi&lt;HandlingEvent&gt; onOpen(@PathParam 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traceId = Span.current().getSpanContext().getTraceId();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Log.infof("otel.trace_id=%s span=%s bookingId=%s instance=%s",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traceId, CONNECTION_SPAN_NAME, bookingId, serviceName);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Multi.createFrom().iterable(feed.events())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.invoke(event -&gt; deliveredCounter.increment());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examples/part6-observability/quarkus/src/main/java/.../observability/HandlingEventObservabilityWebSocket.java</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Deploy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minikube, OpenShift Local: one contract, three runtime tiers.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DEPLOY · THREE TIERS, ONE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now, minikube and CRC later: same services either way</a:t>
            </a:r>
            <a:endParaRPr lang="en-US" sz="3000" dirty="0"/>
          </a:p>
        </p:txBody>
      </p:sp>
      <p:pic>
        <p:nvPicPr>
          <p:cNvPr id="6" name="Image 1" descr="./png/00-tier-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0.2: Three tiers, one contract: Compose now, minikube and CRC later.</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one Quarkus build, from laptop to OpenShift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endpoint, the four connection concerns, three backplane modes, two wire encodings, and the observability layer are all the same Quarkus WebSockets Next codebase this deck just walked: nothing here is a simplified teaching version of a 'real' implementation elsewhere.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ideas and the protocol fundamentals at architect altitude, see the 101 deck; for the identical pattern set re-implemented on native websockets + FastAPI, see the 201-Python companion.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appendix carries the minikube ingress overlay, the OpenShift Route/AMQ Streams manifests, and the version matrix: reference depth, not a continuation of this narrative.</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Manifests, Edge Cases, Reference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MINIKUBE INGRESS OVERLAY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Raised proxy timeouts and an affinity cookie for a long-lived upgrade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k8s/overlays/minikube/kustomization.yaml: retags images to the tag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verify-minikube.sh builds+loads, forces imagePullPolicy: Never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part4-backplane-quarkus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newTag: minikube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patches: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target: { kind: Deployment, labelSelector: "app.kubernetes.io/part-of=part4-backplane"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patch: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op: replace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path: /spec/template/spec/containers/0/imagePullPolicy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 Never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k8s/base/ingress.yaml: nginx's 60s proxy-read-timeout would otherwise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kill a long-lived upgraded connection that goes quiet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annotations: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nginx.ingress.kubernetes.io/proxy-read-timeout: "3600"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nginx.ingress.kubernetes.io/proxy-send-timeout: "3600"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nginx.ingress.kubernetes.io/affinity: "cookie"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examples/part4-backplane/k8s/overlays/minikube/kustomization.yaml + k8s/base/ingress.yaml</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OPENSHIFT ROUTE AND PINNED KAFKA OPERATOR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Edge-TLS at the router; a Manual-approval CSV pin for AMQ Streams</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openshift/helm/part4-backplane/templates/routes.yaml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apiVersion: route.openshift.io/v1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kind: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spec: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termination: edge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insecureEdgeTerminationPolicy: Redirect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annotations: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haproxy.router.openshift.io/timeout: "3600s"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openshift/infra/amq-streams-subscription.yaml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apiVersion: operators.coreos.com/v1alpha1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kind: Subscription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spec: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channel: amq-streams-3.2.x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startingCSV: amqstreams.v3.2.1-14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installPlanApproval: Manual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examples/part4-backplane/openshift/helm/part4-backplane/templates/routes.yaml + openshift/infra/amq-streams-subscription.yaml</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COMPOSE PROFILES VS. BACKPLANE_MODE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env var selects the mode; a compose profile brings up the matching broker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compose.yaml's three profiles (default/kafka/redis) each bring up exactly the infrastructure the matching BACKPLANE_MODE needs: no profile brings up a broker the app isn't configured to use.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BACKPLANE_MODE=STATELESS (default, no profile) boots with no broker at all; KAFKA and REDIS each need their own profile flag to start the matching container alongside the app.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Docker Compose chapter keeps this pairing explicit rather than always starting every broker: a stateless-mode run with a Kafka container sitting idle nearby would be a confusing demo, not a safer one.</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NO-RESOLVABLE-BOOTSTRAP HARD-FAIL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An unresolvable Kafka hostname crashes Quarkus at startup: a receipt, not a guess</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examples/part4-backplane/verify.sh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compose.yaml's KAFKA_BOOTSTRAP_SERVERS/REDIS_URL default to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localhost:9092 / redis://localhost:6379/0 -- resolvable-but-unreachable,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which both apps' READMEs document as safe even in stateless mode. Only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point them at the real broker hostname for the stage that actually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brings that broker up -- confirmed live: handing Quarkus's always-wired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consumer an UNRESOLVABLE hostname crashes the app at startup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with `ConfigException: No resolvable bootstrap urls`, a hard failure,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not the soft "unreachable but resolvable" case.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local kafka_servers="localhost:9092" redis_url="redis://localhost:6379/0"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 "$profile" == "kafka" ]];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kafka_servers="kafka:9092"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elif [[ "$profile" == "redis" ]];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redis_url="redis://redis:6379/0"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examples/part4-backplane/verify.sh</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DEDUP-BY-EVENTID IS A BENIGN 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replayed Kafka record and the live consumer can both deliver the same event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KafkaBackplane#consume dedupes with a per-booking Set&lt;String&gt; of seen eventIds before appending to the in-memory history: a redelivered or replayed record never gets counted twice in replayFor's search.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race this guards is between a replay burst (on instance startup, auto.offset.reset=earliest) and the always-on live consumer: both can observe the same record, and only the first one to call seen.add(...) wins the append.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is a benign, expected race: the client-side contract is 'dedupe by eventId,' so a client that receives the same event twice over the wire (the seen.add race doesn't prevent delivery, only double-counting history) is already expected to tolerate it.</a:t>
            </a:r>
            <a:endParaRPr lang="en-US" sz="17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LIFECYCLE EDGE CASES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SKIP overlapping sweeps; close every connection with a stated reason on shutdown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@Scheduled(every = "${example.heartbeat.sweep-interval:5s}",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concurrentExecution = ConcurrentExecution.SKIP)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sweep() { /* HeartbeatLivenessSweep, see section 02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ConnectionLifecycleShutdown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OpenConnections openConnections;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onShutdown(@Observes ShutdownEvent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(WebSocketConnection connection : openConnections.listAll())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(connection.isOpen())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connection.closeAndAwait(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CloseReason(CloseCodes.GOING_AWAY, "server shutting down"));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HeartbeatLivenessSweep.java / ConnectionLifecycleShutdown.java: examples/part4-connection/quarkus/src/main/java/.../connection/</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VERSION MATRIX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every example in this deck is pinned against</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286000"/>
                <a:gridCol w="1828800"/>
                <a:gridCol w="69402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3.40.0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WebSockets Next ships with Quarkus: not a separately versioned artifact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25.0.4 (Temurin)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Ch0 pin, current LTS line patch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4.3.1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compose + minikube (KRaft, apache/kafka image)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(CRC)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4.2.0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AMQ Streams step-back: amqstreams.v3.2.1-14 supports 4.1/4.2 only; a weaker proof than minikube's own 4.3.1 run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Redis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8.10.2-alpine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same pin across compose, minikube, and the CRC Helm chart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minikube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v1.39.0 (floor)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docker driver + containerd runtime only: the podman path is not supported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CRC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2.64.0 / OCP 4.22.14</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verified live headless 2026-10-19</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websockets-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patterncatalyst.github.io/api-patterns-and-practices-websockets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WebSockets with Quarkus: 201 (Quarkus WebSockets Next)</dc:title>
  <dc:subject>PptxGenJS Presentation</dc:subject>
  <dc:creator>Robert Sedor</dc:creator>
  <cp:lastModifiedBy>Robert Sedor</cp:lastModifiedBy>
  <cp:revision>1</cp:revision>
  <dcterms:created xsi:type="dcterms:W3CDTF">2026-10-30T12:23:04Z</dcterms:created>
  <dcterms:modified xsi:type="dcterms:W3CDTF">2026-10-30T12:23:04Z</dcterms:modified>
</cp:coreProperties>
</file>